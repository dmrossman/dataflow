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B990-5AB5-7ECA-627B-21AAD011D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49686-C974-E54B-3FFD-C018F334C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1AD-B063-DD87-D2F1-A31C0B47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2C64-00F7-3242-12DE-E3A3B0AB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2B8CA-1D22-DBB8-9A15-C7B8210A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0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2067-F8FD-D1B7-0667-EE60FC48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4979-A1A6-4EB1-39C6-E2F7E7258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B5CE1-6E02-6EE7-266B-07D0E3EE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EA773-4DD8-2E99-4006-424BAA81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F4EB2-1C97-1217-5855-82390964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6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951D-04C7-331D-B00A-563A7263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6231C-154B-AD1B-FC2E-DBCB9F4CD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AAF2-62E8-5390-8439-6CA92BCA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71D2A-3086-E37D-425B-B4457B9D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FA34F-D448-F139-A53B-BB4CE49A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4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D4F68-8565-3962-7B61-00ED3500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BD138-E7D5-8469-3D30-E5A3B870B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635F7-6895-9D58-7A31-79AA4EBF6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7C207-F403-D56B-3C2E-2654EABA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9CE0E-1D18-9B14-52A3-ECDEA415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BC27B-2A1B-954A-697A-58555FBD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1DC8-EC64-EBBC-BBF8-9D88F56E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F9E1D-28D4-8925-005F-20914F1A2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CD247-E298-DBB9-4478-C0482987B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2AF74-B583-1FBD-368C-48EDD0224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147B85-7B4B-4177-422F-6040C7D2D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DCB8A-AB03-5E1D-0AF9-F12145CA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BC033-3013-ABC9-7B71-6221821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95860-0412-235D-1AC6-2B0E9515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6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5DA1-5045-1F7C-A1F0-AA46850C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2E3B2-807E-3074-9602-96816173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A842D-176C-85F1-0734-DF4BB7B8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FA851-58B6-244D-DA0D-9C10A45E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283DE-B83C-4418-624C-D030DD4A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16917-E74B-1F65-501D-05FD172B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4C99-3E79-2024-29FB-578C8B32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0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93EB-3278-F776-ACE0-2BEE2045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5468B-C546-9F2C-38F4-E42BFB1C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D1808-330C-119E-4C97-807517BAD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9F5DD-5930-FE3E-1638-A7D7E382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2A7DE-71D3-ACC7-E687-DFAA922C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49430-57DE-256E-1323-71695431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9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DA03-DBD2-BB0D-7552-E787D714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D0702-8006-1A6E-CAA3-0F3F8F6E0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12A2A-5CA0-82BB-F7D8-FA0411DB2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EA6C7-9E73-DE66-F931-7934857E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CF098-24FF-3373-156B-404BF332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8FFF2-E443-1721-2C18-8C8C2CDC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0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0930-F16C-7159-56C1-836884B1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D5269-21D1-96DD-1626-F8F9C3877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F813-DE24-1EAD-774F-F79BB991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48FD-85A3-56D3-9EFB-48AE9AAE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F5A7-C45C-0857-96B7-C7210ACC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1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1DD16-7444-1793-A0BF-52C655313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10D9D-B4C4-DB92-E7A1-FBFA7243D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2D5A-ECFC-4A76-609F-628A1A5D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C9272-E9B5-FA5F-18BD-5136BFDCB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C4481-DAA2-7236-D5A6-58D00EB6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5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1B2B1-3D44-6C62-40AB-EBEDF1DD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69F83-066C-9498-4A40-511A5E86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14A11-300B-C458-0599-B43ECA20C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01F67-7864-4F2E-8CDC-B2248356B07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E8A3-9339-1F94-FE8D-AAB7097ED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F9225-707D-D058-BB40-17D298E5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C85B0-78AC-4F13-81C2-5C327B762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1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7868-1DEE-7A1F-463F-45C64AB1A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DataFlow</a:t>
            </a:r>
            <a:r>
              <a:rPr lang="en-US" dirty="0"/>
              <a:t> Flowchart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69171-6A0E-08BA-C15E-9320F3648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Dennis Rossman</a:t>
            </a:r>
          </a:p>
          <a:p>
            <a:r>
              <a:rPr lang="en-US" dirty="0"/>
              <a:t>Aug 13, 2026</a:t>
            </a:r>
          </a:p>
        </p:txBody>
      </p:sp>
    </p:spTree>
    <p:extLst>
      <p:ext uri="{BB962C8B-B14F-4D97-AF65-F5344CB8AC3E}">
        <p14:creationId xmlns:p14="http://schemas.microsoft.com/office/powerpoint/2010/main" val="28181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FAE9-887D-14F5-DDB7-3679AC3F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673C-16F8-4747-B00C-D20F3C52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5 – Standby – no implant is running</a:t>
            </a:r>
          </a:p>
          <a:p>
            <a:r>
              <a:rPr lang="en-US" dirty="0"/>
              <a:t>11 – Pump down has started / pump down is complete when state changes away from 11 – I have seen it go to 3 or 4 – not sure why one vs the other</a:t>
            </a:r>
          </a:p>
          <a:p>
            <a:r>
              <a:rPr lang="en-US" dirty="0"/>
              <a:t>1 – Implant starts or first data collection</a:t>
            </a:r>
          </a:p>
          <a:p>
            <a:r>
              <a:rPr lang="en-US" dirty="0"/>
              <a:t>2 – Middle of implant</a:t>
            </a:r>
          </a:p>
          <a:p>
            <a:r>
              <a:rPr lang="en-US" dirty="0"/>
              <a:t>3 – End of implant</a:t>
            </a:r>
          </a:p>
          <a:p>
            <a:r>
              <a:rPr lang="en-US" dirty="0"/>
              <a:t>6 – Implant is interrupted – this occurs during states 1, 2, or 3.  When implant starts back up it returns to 1, 2, or 3 that it was in previously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75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CAAFAA-135F-5C57-A618-EA19C0FE6496}"/>
              </a:ext>
            </a:extLst>
          </p:cNvPr>
          <p:cNvSpPr/>
          <p:nvPr/>
        </p:nvSpPr>
        <p:spPr>
          <a:xfrm>
            <a:off x="868207" y="1801091"/>
            <a:ext cx="1524000" cy="895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Implant Start Pressed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441B7-5AB3-9F11-7E44-B7F75B715E5C}"/>
              </a:ext>
            </a:extLst>
          </p:cNvPr>
          <p:cNvSpPr/>
          <p:nvPr/>
        </p:nvSpPr>
        <p:spPr>
          <a:xfrm>
            <a:off x="868207" y="438728"/>
            <a:ext cx="1524000" cy="895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 5</a:t>
            </a:r>
          </a:p>
          <a:p>
            <a:pPr algn="ctr"/>
            <a:r>
              <a:rPr lang="en-US" dirty="0"/>
              <a:t>Standby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589F1-DCE7-C876-40BD-6166116BE052}"/>
              </a:ext>
            </a:extLst>
          </p:cNvPr>
          <p:cNvSpPr/>
          <p:nvPr/>
        </p:nvSpPr>
        <p:spPr>
          <a:xfrm>
            <a:off x="868207" y="3202709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Door closes / </a:t>
            </a:r>
            <a:r>
              <a:rPr lang="en-US" dirty="0" err="1"/>
              <a:t>Pumpdown</a:t>
            </a:r>
            <a:r>
              <a:rPr lang="en-US" dirty="0"/>
              <a:t> Starts</a:t>
            </a:r>
          </a:p>
          <a:p>
            <a:pPr algn="ctr"/>
            <a:r>
              <a:rPr lang="en-US" dirty="0"/>
              <a:t>State 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8AB09-D159-F210-D3E8-506A186BDC17}"/>
              </a:ext>
            </a:extLst>
          </p:cNvPr>
          <p:cNvSpPr/>
          <p:nvPr/>
        </p:nvSpPr>
        <p:spPr>
          <a:xfrm>
            <a:off x="868207" y="4861791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Pumpdown</a:t>
            </a:r>
            <a:r>
              <a:rPr lang="en-US" dirty="0"/>
              <a:t> Completes</a:t>
            </a:r>
          </a:p>
          <a:p>
            <a:pPr algn="ctr"/>
            <a:r>
              <a:rPr lang="en-US" dirty="0"/>
              <a:t>State &lt;&gt; 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8E5EFC-9843-5E03-D91E-0BA2B336B1FD}"/>
              </a:ext>
            </a:extLst>
          </p:cNvPr>
          <p:cNvSpPr/>
          <p:nvPr/>
        </p:nvSpPr>
        <p:spPr>
          <a:xfrm>
            <a:off x="3071080" y="972126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Implant Starts</a:t>
            </a:r>
          </a:p>
          <a:p>
            <a:pPr algn="ctr"/>
            <a:r>
              <a:rPr lang="en-US" dirty="0"/>
              <a:t>State 1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ABF11501-6812-87F3-2CE1-AB705786583C}"/>
              </a:ext>
            </a:extLst>
          </p:cNvPr>
          <p:cNvSpPr/>
          <p:nvPr/>
        </p:nvSpPr>
        <p:spPr>
          <a:xfrm>
            <a:off x="4895261" y="1073725"/>
            <a:ext cx="2179782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D856E-CC04-B00F-EF4C-70B66FE9FA81}"/>
              </a:ext>
            </a:extLst>
          </p:cNvPr>
          <p:cNvSpPr/>
          <p:nvPr/>
        </p:nvSpPr>
        <p:spPr>
          <a:xfrm>
            <a:off x="7476820" y="972126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Interrupted</a:t>
            </a:r>
          </a:p>
          <a:p>
            <a:pPr algn="ctr"/>
            <a:r>
              <a:rPr lang="en-US" dirty="0"/>
              <a:t>State 6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803C2FEC-24E0-9DA3-35B6-43B082595F54}"/>
              </a:ext>
            </a:extLst>
          </p:cNvPr>
          <p:cNvSpPr/>
          <p:nvPr/>
        </p:nvSpPr>
        <p:spPr>
          <a:xfrm>
            <a:off x="9402597" y="1070263"/>
            <a:ext cx="2078189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Resume?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109075-90AF-49A4-992E-981D408C7897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1630207" y="1334655"/>
            <a:ext cx="0" cy="46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73A2D6-4AAE-5EB2-1F8C-003B172072F8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1630207" y="2697018"/>
            <a:ext cx="0" cy="505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B15BC1-2ED8-DA60-2590-1BF783BA84A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630207" y="4479637"/>
            <a:ext cx="0" cy="38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DD4E2-CB0B-BD49-634B-9F2E1E602C5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595080" y="1610590"/>
            <a:ext cx="300181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938B9F-D477-B323-B3D2-4EDC9AB87436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7075043" y="1610590"/>
            <a:ext cx="401777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0EBEDAA-1772-EEB1-42C8-384108AE10C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9000820" y="1610590"/>
            <a:ext cx="401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9BAD0FE-FC62-2D2C-06CD-F9822A631AD7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 flipH="1" flipV="1">
            <a:off x="2388742" y="1377372"/>
            <a:ext cx="1849584" cy="1039092"/>
          </a:xfrm>
          <a:prstGeom prst="bentConnector3">
            <a:avLst>
              <a:gd name="adj1" fmla="val 1233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6CBEB72-DED0-D094-DD70-08F13813E50F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 flipH="1" flipV="1">
            <a:off x="553592" y="3898323"/>
            <a:ext cx="3317010" cy="1163781"/>
          </a:xfrm>
          <a:prstGeom prst="bentConnector3">
            <a:avLst>
              <a:gd name="adj1" fmla="val -689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F05FDAB-E5B4-27BC-4E66-8BAA6B9BDF71}"/>
              </a:ext>
            </a:extLst>
          </p:cNvPr>
          <p:cNvSpPr txBox="1"/>
          <p:nvPr/>
        </p:nvSpPr>
        <p:spPr>
          <a:xfrm>
            <a:off x="6949175" y="124125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0DEA45-FD44-587A-3478-7048F4A10691}"/>
              </a:ext>
            </a:extLst>
          </p:cNvPr>
          <p:cNvSpPr txBox="1"/>
          <p:nvPr/>
        </p:nvSpPr>
        <p:spPr>
          <a:xfrm>
            <a:off x="11216963" y="114998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787D31-5F2B-2167-037E-54C7CA8A249F}"/>
              </a:ext>
            </a:extLst>
          </p:cNvPr>
          <p:cNvSpPr txBox="1"/>
          <p:nvPr/>
        </p:nvSpPr>
        <p:spPr>
          <a:xfrm>
            <a:off x="5457507" y="7009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CC4FA99-8E50-B329-8A5A-C162FD53CC91}"/>
              </a:ext>
            </a:extLst>
          </p:cNvPr>
          <p:cNvCxnSpPr>
            <a:stCxn id="15" idx="3"/>
          </p:cNvCxnSpPr>
          <p:nvPr/>
        </p:nvCxnSpPr>
        <p:spPr>
          <a:xfrm flipH="1" flipV="1">
            <a:off x="3833080" y="535709"/>
            <a:ext cx="7647706" cy="1074881"/>
          </a:xfrm>
          <a:prstGeom prst="bentConnector3">
            <a:avLst>
              <a:gd name="adj1" fmla="val -29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CB81D3A-789B-23BB-5676-5E06B958B275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85152" y="535709"/>
            <a:ext cx="0" cy="538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C4DF57D-93F5-39DF-3F4C-57CA4AE9C926}"/>
              </a:ext>
            </a:extLst>
          </p:cNvPr>
          <p:cNvSpPr/>
          <p:nvPr/>
        </p:nvSpPr>
        <p:spPr>
          <a:xfrm>
            <a:off x="3071080" y="2854038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 of Implant</a:t>
            </a:r>
          </a:p>
          <a:p>
            <a:pPr algn="ctr"/>
            <a:r>
              <a:rPr lang="en-US" dirty="0"/>
              <a:t>State 2</a:t>
            </a:r>
          </a:p>
        </p:txBody>
      </p:sp>
      <p:sp>
        <p:nvSpPr>
          <p:cNvPr id="61" name="Flowchart: Decision 60">
            <a:extLst>
              <a:ext uri="{FF2B5EF4-FFF2-40B4-BE49-F238E27FC236}">
                <a16:creationId xmlns:a16="http://schemas.microsoft.com/office/drawing/2014/main" id="{68F227B9-E4BC-591F-4660-0EDB85F4C858}"/>
              </a:ext>
            </a:extLst>
          </p:cNvPr>
          <p:cNvSpPr/>
          <p:nvPr/>
        </p:nvSpPr>
        <p:spPr>
          <a:xfrm>
            <a:off x="4895261" y="2955637"/>
            <a:ext cx="2179782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Interrupt?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D26623-3FCB-AB30-DE38-00AB9209AEAC}"/>
              </a:ext>
            </a:extLst>
          </p:cNvPr>
          <p:cNvSpPr/>
          <p:nvPr/>
        </p:nvSpPr>
        <p:spPr>
          <a:xfrm>
            <a:off x="7476820" y="2854038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Interrupted</a:t>
            </a:r>
          </a:p>
          <a:p>
            <a:pPr algn="ctr"/>
            <a:r>
              <a:rPr lang="en-US" dirty="0"/>
              <a:t>State 6</a:t>
            </a:r>
          </a:p>
        </p:txBody>
      </p:sp>
      <p:sp>
        <p:nvSpPr>
          <p:cNvPr id="63" name="Flowchart: Decision 62">
            <a:extLst>
              <a:ext uri="{FF2B5EF4-FFF2-40B4-BE49-F238E27FC236}">
                <a16:creationId xmlns:a16="http://schemas.microsoft.com/office/drawing/2014/main" id="{7DA76819-E3CC-826E-AE0D-4610FC9613A5}"/>
              </a:ext>
            </a:extLst>
          </p:cNvPr>
          <p:cNvSpPr/>
          <p:nvPr/>
        </p:nvSpPr>
        <p:spPr>
          <a:xfrm>
            <a:off x="9402597" y="2952175"/>
            <a:ext cx="2078189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Resume?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8F1CC59-F71A-1D39-F698-6CED7548FC9A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4595080" y="3492502"/>
            <a:ext cx="300181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EF23CDE-7BCD-87DD-6648-8A5D8AA786B4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7075043" y="3492502"/>
            <a:ext cx="401777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B4334E6-8288-20A8-9417-6F460C036C7F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9000820" y="3492502"/>
            <a:ext cx="401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BBA0D32-26D5-DE74-857A-9D8F644DA5ED}"/>
              </a:ext>
            </a:extLst>
          </p:cNvPr>
          <p:cNvSpPr txBox="1"/>
          <p:nvPr/>
        </p:nvSpPr>
        <p:spPr>
          <a:xfrm>
            <a:off x="6949175" y="3123170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ADFC8A-5929-C993-FCDF-C037D4685143}"/>
              </a:ext>
            </a:extLst>
          </p:cNvPr>
          <p:cNvSpPr txBox="1"/>
          <p:nvPr/>
        </p:nvSpPr>
        <p:spPr>
          <a:xfrm>
            <a:off x="11216963" y="303190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74F91F-6812-ADCC-EA96-48F5C74BC41F}"/>
              </a:ext>
            </a:extLst>
          </p:cNvPr>
          <p:cNvSpPr txBox="1"/>
          <p:nvPr/>
        </p:nvSpPr>
        <p:spPr>
          <a:xfrm>
            <a:off x="5457507" y="258284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B953F51-7421-2CD2-C12A-8B56B69E2F3B}"/>
              </a:ext>
            </a:extLst>
          </p:cNvPr>
          <p:cNvCxnSpPr>
            <a:cxnSpLocks/>
            <a:stCxn id="63" idx="3"/>
          </p:cNvCxnSpPr>
          <p:nvPr/>
        </p:nvCxnSpPr>
        <p:spPr>
          <a:xfrm flipH="1" flipV="1">
            <a:off x="3833080" y="2417621"/>
            <a:ext cx="7647706" cy="1074881"/>
          </a:xfrm>
          <a:prstGeom prst="bentConnector3">
            <a:avLst>
              <a:gd name="adj1" fmla="val -29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1B33B95-428C-8C3A-CDCA-C15F1A47094B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5985152" y="2417621"/>
            <a:ext cx="0" cy="538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7BE83FA-8E6A-D200-9F78-BA73A16DCBC8}"/>
              </a:ext>
            </a:extLst>
          </p:cNvPr>
          <p:cNvSpPr/>
          <p:nvPr/>
        </p:nvSpPr>
        <p:spPr>
          <a:xfrm>
            <a:off x="3071080" y="4769430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of Implant</a:t>
            </a:r>
          </a:p>
          <a:p>
            <a:pPr algn="ctr"/>
            <a:r>
              <a:rPr lang="en-US" dirty="0"/>
              <a:t>State 3</a:t>
            </a:r>
          </a:p>
        </p:txBody>
      </p:sp>
      <p:sp>
        <p:nvSpPr>
          <p:cNvPr id="73" name="Flowchart: Decision 72">
            <a:extLst>
              <a:ext uri="{FF2B5EF4-FFF2-40B4-BE49-F238E27FC236}">
                <a16:creationId xmlns:a16="http://schemas.microsoft.com/office/drawing/2014/main" id="{81AF0788-71CD-BA8E-CAFB-A025103F2884}"/>
              </a:ext>
            </a:extLst>
          </p:cNvPr>
          <p:cNvSpPr/>
          <p:nvPr/>
        </p:nvSpPr>
        <p:spPr>
          <a:xfrm>
            <a:off x="4895261" y="4871029"/>
            <a:ext cx="2179782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Interrupt?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0A98331-905A-FF20-79A8-080F0B89C589}"/>
              </a:ext>
            </a:extLst>
          </p:cNvPr>
          <p:cNvSpPr/>
          <p:nvPr/>
        </p:nvSpPr>
        <p:spPr>
          <a:xfrm>
            <a:off x="7476820" y="4769430"/>
            <a:ext cx="1524000" cy="127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Interrupted</a:t>
            </a:r>
          </a:p>
          <a:p>
            <a:pPr algn="ctr"/>
            <a:r>
              <a:rPr lang="en-US" dirty="0"/>
              <a:t>State 6</a:t>
            </a:r>
          </a:p>
        </p:txBody>
      </p:sp>
      <p:sp>
        <p:nvSpPr>
          <p:cNvPr id="75" name="Flowchart: Decision 74">
            <a:extLst>
              <a:ext uri="{FF2B5EF4-FFF2-40B4-BE49-F238E27FC236}">
                <a16:creationId xmlns:a16="http://schemas.microsoft.com/office/drawing/2014/main" id="{5ABB91F8-8EA2-9FCD-3D72-DC8845B9526F}"/>
              </a:ext>
            </a:extLst>
          </p:cNvPr>
          <p:cNvSpPr/>
          <p:nvPr/>
        </p:nvSpPr>
        <p:spPr>
          <a:xfrm>
            <a:off x="9402597" y="4867567"/>
            <a:ext cx="2078189" cy="108065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Resume?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5B9E241-265C-A1E0-41FF-DB3EF4660572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4595080" y="5407894"/>
            <a:ext cx="300181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79E8986-124A-959D-55EB-B31A4A396E06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 flipV="1">
            <a:off x="7075043" y="5407894"/>
            <a:ext cx="401777" cy="3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C7C4162-59EA-DDA9-329B-D5BCCDD4B889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>
            <a:off x="9000820" y="5407894"/>
            <a:ext cx="401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08398BB-B4CF-743A-68A2-F0815AF75FDC}"/>
              </a:ext>
            </a:extLst>
          </p:cNvPr>
          <p:cNvSpPr txBox="1"/>
          <p:nvPr/>
        </p:nvSpPr>
        <p:spPr>
          <a:xfrm>
            <a:off x="6949175" y="503856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626E2D-74F3-BC2B-E82F-DC8468D2B14E}"/>
              </a:ext>
            </a:extLst>
          </p:cNvPr>
          <p:cNvSpPr txBox="1"/>
          <p:nvPr/>
        </p:nvSpPr>
        <p:spPr>
          <a:xfrm>
            <a:off x="11216963" y="4947293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AFF7A4-6A3D-F420-6596-838A13F9D5FF}"/>
              </a:ext>
            </a:extLst>
          </p:cNvPr>
          <p:cNvSpPr txBox="1"/>
          <p:nvPr/>
        </p:nvSpPr>
        <p:spPr>
          <a:xfrm>
            <a:off x="5503844" y="449245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396D2DF-728F-EE16-6B45-D1CACC521580}"/>
              </a:ext>
            </a:extLst>
          </p:cNvPr>
          <p:cNvCxnSpPr>
            <a:stCxn id="75" idx="3"/>
          </p:cNvCxnSpPr>
          <p:nvPr/>
        </p:nvCxnSpPr>
        <p:spPr>
          <a:xfrm flipH="1" flipV="1">
            <a:off x="3833080" y="4333013"/>
            <a:ext cx="7647706" cy="1074881"/>
          </a:xfrm>
          <a:prstGeom prst="bentConnector3">
            <a:avLst>
              <a:gd name="adj1" fmla="val -29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EE53530-8F6B-E5AF-FC70-A8DCB3E183DA}"/>
              </a:ext>
            </a:extLst>
          </p:cNvPr>
          <p:cNvCxnSpPr>
            <a:stCxn id="73" idx="0"/>
          </p:cNvCxnSpPr>
          <p:nvPr/>
        </p:nvCxnSpPr>
        <p:spPr>
          <a:xfrm flipV="1">
            <a:off x="5985152" y="4369959"/>
            <a:ext cx="0" cy="501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BB9F1D3-DFE0-8DB1-97D7-61C78F8B1EDF}"/>
              </a:ext>
            </a:extLst>
          </p:cNvPr>
          <p:cNvCxnSpPr>
            <a:endCxn id="60" idx="0"/>
          </p:cNvCxnSpPr>
          <p:nvPr/>
        </p:nvCxnSpPr>
        <p:spPr>
          <a:xfrm>
            <a:off x="3833080" y="2249054"/>
            <a:ext cx="0" cy="604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7D4DD59-6019-D135-A69D-8D3667FD3C16}"/>
              </a:ext>
            </a:extLst>
          </p:cNvPr>
          <p:cNvCxnSpPr>
            <a:cxnSpLocks/>
            <a:stCxn id="60" idx="2"/>
            <a:endCxn id="72" idx="0"/>
          </p:cNvCxnSpPr>
          <p:nvPr/>
        </p:nvCxnSpPr>
        <p:spPr>
          <a:xfrm>
            <a:off x="3833080" y="4130966"/>
            <a:ext cx="0" cy="638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8B5ED0E-07CC-9CC0-CAC1-6C4816FE5549}"/>
              </a:ext>
            </a:extLst>
          </p:cNvPr>
          <p:cNvGrpSpPr/>
          <p:nvPr/>
        </p:nvGrpSpPr>
        <p:grpSpPr>
          <a:xfrm>
            <a:off x="8238820" y="700931"/>
            <a:ext cx="2202872" cy="369332"/>
            <a:chOff x="8238820" y="700931"/>
            <a:chExt cx="2202872" cy="369332"/>
          </a:xfrm>
        </p:grpSpPr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8299F83C-BC93-43D7-A2B2-10789E97C5B0}"/>
                </a:ext>
              </a:extLst>
            </p:cNvPr>
            <p:cNvCxnSpPr>
              <a:stCxn id="15" idx="0"/>
            </p:cNvCxnSpPr>
            <p:nvPr/>
          </p:nvCxnSpPr>
          <p:spPr>
            <a:xfrm rot="16200000" flipV="1">
              <a:off x="9155590" y="-215839"/>
              <a:ext cx="369332" cy="2202872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EF598D38-4510-2B0E-43AB-EAAE920DFD05}"/>
                </a:ext>
              </a:extLst>
            </p:cNvPr>
            <p:cNvCxnSpPr>
              <a:endCxn id="13" idx="0"/>
            </p:cNvCxnSpPr>
            <p:nvPr/>
          </p:nvCxnSpPr>
          <p:spPr>
            <a:xfrm>
              <a:off x="8238820" y="700931"/>
              <a:ext cx="0" cy="2711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D35EEDE-CB05-DBAA-B403-CB6727E7395C}"/>
              </a:ext>
            </a:extLst>
          </p:cNvPr>
          <p:cNvGrpSpPr/>
          <p:nvPr/>
        </p:nvGrpSpPr>
        <p:grpSpPr>
          <a:xfrm>
            <a:off x="8238820" y="2553918"/>
            <a:ext cx="2202872" cy="398257"/>
            <a:chOff x="8238820" y="700931"/>
            <a:chExt cx="2202872" cy="398257"/>
          </a:xfrm>
        </p:grpSpPr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6FB5F166-909B-CA6B-6530-3F3E6E8026AD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rot="16200000" flipV="1">
              <a:off x="9141129" y="-201376"/>
              <a:ext cx="398256" cy="2202871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215B5EF-5FA3-B5DA-E6CB-61AFB3C1DAF1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>
              <a:off x="8238820" y="700931"/>
              <a:ext cx="0" cy="3001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3FF9C18-661A-FA29-6903-7ED9A0AFEFC9}"/>
              </a:ext>
            </a:extLst>
          </p:cNvPr>
          <p:cNvGrpSpPr/>
          <p:nvPr/>
        </p:nvGrpSpPr>
        <p:grpSpPr>
          <a:xfrm>
            <a:off x="8238820" y="4435828"/>
            <a:ext cx="2202872" cy="431739"/>
            <a:chOff x="8238820" y="700931"/>
            <a:chExt cx="2202872" cy="431739"/>
          </a:xfrm>
        </p:grpSpPr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BEAB2093-60DF-B09E-51EF-011901052A14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rot="16200000" flipV="1">
              <a:off x="9124388" y="-184635"/>
              <a:ext cx="431738" cy="2202871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8C9ACD0-E085-B59A-7306-56EE38F0FD23}"/>
                </a:ext>
              </a:extLst>
            </p:cNvPr>
            <p:cNvCxnSpPr>
              <a:cxnSpLocks/>
              <a:endCxn id="74" idx="0"/>
            </p:cNvCxnSpPr>
            <p:nvPr/>
          </p:nvCxnSpPr>
          <p:spPr>
            <a:xfrm>
              <a:off x="8238820" y="700931"/>
              <a:ext cx="0" cy="3336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C53674B7-ED60-7C13-D4F0-C66DE4EFE582}"/>
              </a:ext>
            </a:extLst>
          </p:cNvPr>
          <p:cNvSpPr txBox="1"/>
          <p:nvPr/>
        </p:nvSpPr>
        <p:spPr>
          <a:xfrm>
            <a:off x="9956783" y="75224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787227D-C3E1-8B7C-4455-A4773DD99FB8}"/>
              </a:ext>
            </a:extLst>
          </p:cNvPr>
          <p:cNvSpPr txBox="1"/>
          <p:nvPr/>
        </p:nvSpPr>
        <p:spPr>
          <a:xfrm>
            <a:off x="9956783" y="26503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EFF0404-80F5-CB79-BCD8-F91D5D456811}"/>
              </a:ext>
            </a:extLst>
          </p:cNvPr>
          <p:cNvSpPr txBox="1"/>
          <p:nvPr/>
        </p:nvSpPr>
        <p:spPr>
          <a:xfrm>
            <a:off x="9956783" y="448604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D0D926E-17CB-A050-AB52-9FA370FC4B62}"/>
              </a:ext>
            </a:extLst>
          </p:cNvPr>
          <p:cNvCxnSpPr>
            <a:cxnSpLocks/>
            <a:stCxn id="72" idx="2"/>
          </p:cNvCxnSpPr>
          <p:nvPr/>
        </p:nvCxnSpPr>
        <p:spPr>
          <a:xfrm rot="5400000" flipH="1">
            <a:off x="542920" y="2756199"/>
            <a:ext cx="3096495" cy="3483824"/>
          </a:xfrm>
          <a:prstGeom prst="bentConnector4">
            <a:avLst>
              <a:gd name="adj1" fmla="val -17823"/>
              <a:gd name="adj2" fmla="val 1001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AB85CEB3-7122-049A-301F-C2C1A5787A78}"/>
              </a:ext>
            </a:extLst>
          </p:cNvPr>
          <p:cNvCxnSpPr>
            <a:endCxn id="4" idx="0"/>
          </p:cNvCxnSpPr>
          <p:nvPr/>
        </p:nvCxnSpPr>
        <p:spPr>
          <a:xfrm rot="5400000" flipH="1" flipV="1">
            <a:off x="-260355" y="1059302"/>
            <a:ext cx="2511135" cy="1269989"/>
          </a:xfrm>
          <a:prstGeom prst="bentConnector3">
            <a:avLst>
              <a:gd name="adj1" fmla="val 1091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4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DataFlow Flowchart</vt:lpstr>
      <vt:lpstr>Tool States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Rossman</dc:creator>
  <cp:lastModifiedBy>Dennis Rossman</cp:lastModifiedBy>
  <cp:revision>1</cp:revision>
  <dcterms:created xsi:type="dcterms:W3CDTF">2026-08-13T17:28:34Z</dcterms:created>
  <dcterms:modified xsi:type="dcterms:W3CDTF">2026-08-13T17:28:34Z</dcterms:modified>
</cp:coreProperties>
</file>